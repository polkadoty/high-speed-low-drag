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542C-884B-4626-94F2-7124B2C8D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A4C4A-CBC2-8464-2805-C55641785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96289-703D-3F78-DBF8-DCEF8AE2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C2FB-BB13-FA1B-3F96-1A9A5D7A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0E241-8E11-3BCC-472D-02F9E212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28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3F8D-C8C5-C95C-A3A9-8B861AC7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163CB-7868-4A12-8146-16801383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ABA71-392C-F5A6-EA72-89D16ECA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89C40-AE78-822C-3060-C30730F0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9587-394B-7DB6-1770-70E9DCA2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3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DA96-E022-4C40-B509-04084A42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09575-C3C6-3985-7D39-E9330BA58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6E33B-D4A4-4E49-B093-7DBF8783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2DD0-568E-C707-6351-31F0A8DB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FFE0A-677E-EB55-40CD-EA72E8B8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3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91DE-3DCF-CA5F-7229-D440D643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FBBB-57E9-FB6A-D7F0-61A2D9417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86663-C019-F6DE-C02B-126CDB05E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25AA1-DBD8-CDEA-49BC-97FFF6BE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2A815-8ACA-B5B3-3542-92875440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6121A-F081-2BAD-F4C1-F56DC720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8DD8-AEC2-BB0C-6FC9-BCD62BCE6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B083D-36B3-A32B-E86E-0B1CA64A8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84136-340B-F476-566C-74A6E8615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0DBB0-63B1-02D5-2DCC-4C73297A4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93AAB-9603-17F4-0A40-14567791B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637C8-C523-14E9-D64E-471B6414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8C3CE-6E93-E894-9850-FE183E9B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FD67C-6356-AD7A-37E8-863DEFFD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4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FEF5-2BB8-863C-F42C-F969A705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24603-A1DC-E3C6-7005-8E00180F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DAADC-B918-9A1E-44D1-43CCC82D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FA298-F971-37F2-2751-F30393F4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28C11-A09A-2DA5-21DB-A165C1DC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C0853-F18F-BC13-A733-340A81D2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03E5C-9423-A92D-5AE7-469F759B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6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F0B8-574F-E031-F822-277FFC03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6B84-C939-63C9-2028-3B124DEC5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FD7E0-5D28-0F72-FF23-3DC705CCE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C46A8-ADF7-7D7F-87D6-2C3AD062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FD104-13F7-9464-5937-78D8A219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F654F-F3A9-6693-5329-2757DC1C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4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4A66-86B1-0342-2513-55FE7F582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AED19-8F54-A474-4003-9D3E01843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E8DD5-2420-7DCF-2D68-EBE06C1B2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32505-1077-DDFE-61C8-E8B10B56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333A1-2942-43F5-74ED-DD9F001C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D198A-970B-DB55-EEA3-C5B388AC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1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B243-7192-B026-C5CF-14B07AB3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0073E-7765-579E-F135-BEBD8B7A8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BA8C6-3803-DC8B-A5A2-D6C9EA85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BF2B-9507-179C-4B29-F3B7A461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AA26-B632-31FA-959E-AF3C975B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2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8DAD1-AB57-7731-8E50-235583B0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72557-D7CC-E074-87EB-6481AF074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F9FC2-CD71-6C03-7227-D1CEB302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9CD06-0319-AEEC-239B-4287448F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3F55-8211-27B1-A177-DED33C3A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1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FB545-2B0F-23C1-F447-159B9331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19843-91D5-E682-6F7D-ED3E160AD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CB5C0-1F8D-6D4B-3BAB-9800F6AA2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0CCDC-887E-4C54-9045-8EE83F6B28CC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7A6FB-DB63-5943-3979-E8170153F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9D16D-ACFA-2614-CA6A-91FC2EAEA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D761D-D3E3-4ACF-B827-69C6B862B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0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D47D-235B-0D4F-F4AE-A522884A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8F3A3DA9-46BA-1F37-2C00-0A7C2D4D1A5C}"/>
              </a:ext>
            </a:extLst>
          </p:cNvPr>
          <p:cNvSpPr/>
          <p:nvPr/>
        </p:nvSpPr>
        <p:spPr>
          <a:xfrm>
            <a:off x="6180669" y="2252134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2AD020D3-58A1-A4FA-4435-382A43A99144}"/>
              </a:ext>
            </a:extLst>
          </p:cNvPr>
          <p:cNvSpPr/>
          <p:nvPr/>
        </p:nvSpPr>
        <p:spPr>
          <a:xfrm rot="10800000">
            <a:off x="3022603" y="3432433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3CCB8FF5-2AF8-D738-D843-FA95BA029A2C}"/>
              </a:ext>
            </a:extLst>
          </p:cNvPr>
          <p:cNvSpPr/>
          <p:nvPr/>
        </p:nvSpPr>
        <p:spPr>
          <a:xfrm rot="10800000" flipH="1">
            <a:off x="6180669" y="3429000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C59745-3CBA-9922-E818-2C3592A2929A}"/>
              </a:ext>
            </a:extLst>
          </p:cNvPr>
          <p:cNvSpPr/>
          <p:nvPr/>
        </p:nvSpPr>
        <p:spPr>
          <a:xfrm flipH="1">
            <a:off x="3022603" y="2252130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A69B1A0-170D-C6BD-9497-E8D5A444D4BF}"/>
              </a:ext>
            </a:extLst>
          </p:cNvPr>
          <p:cNvCxnSpPr>
            <a:cxnSpLocks/>
          </p:cNvCxnSpPr>
          <p:nvPr/>
        </p:nvCxnSpPr>
        <p:spPr>
          <a:xfrm flipV="1">
            <a:off x="2921000" y="2125133"/>
            <a:ext cx="3175000" cy="1193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72DE35-9C48-0109-1907-082F793F5B39}"/>
              </a:ext>
            </a:extLst>
          </p:cNvPr>
          <p:cNvCxnSpPr/>
          <p:nvPr/>
        </p:nvCxnSpPr>
        <p:spPr>
          <a:xfrm>
            <a:off x="3014136" y="5130800"/>
            <a:ext cx="63245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BFBBAE-71CE-09D1-831E-19B366CC85DD}"/>
              </a:ext>
            </a:extLst>
          </p:cNvPr>
          <p:cNvCxnSpPr/>
          <p:nvPr/>
        </p:nvCxnSpPr>
        <p:spPr>
          <a:xfrm flipV="1">
            <a:off x="2370667" y="2252130"/>
            <a:ext cx="0" cy="23537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5CB3D0-E949-94F1-7897-D42CEDEC6C47}"/>
              </a:ext>
            </a:extLst>
          </p:cNvPr>
          <p:cNvSpPr txBox="1"/>
          <p:nvPr/>
        </p:nvSpPr>
        <p:spPr>
          <a:xfrm>
            <a:off x="4315979" y="237649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9BC13-2837-48BD-A74E-6F708EF298BA}"/>
              </a:ext>
            </a:extLst>
          </p:cNvPr>
          <p:cNvSpPr txBox="1"/>
          <p:nvPr/>
        </p:nvSpPr>
        <p:spPr>
          <a:xfrm>
            <a:off x="2034210" y="3134267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78049-9485-64AE-60DA-685CE1441B28}"/>
              </a:ext>
            </a:extLst>
          </p:cNvPr>
          <p:cNvSpPr txBox="1"/>
          <p:nvPr/>
        </p:nvSpPr>
        <p:spPr>
          <a:xfrm>
            <a:off x="6033607" y="4761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2356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B6C3-749A-7030-A12D-3F84AAF6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E9339056-411D-2666-EFDF-F86B957949B6}"/>
              </a:ext>
            </a:extLst>
          </p:cNvPr>
          <p:cNvSpPr/>
          <p:nvPr/>
        </p:nvSpPr>
        <p:spPr>
          <a:xfrm rot="403824">
            <a:off x="8246536" y="2252134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93E68AF-BE1B-A260-58CF-C25F0E5D9562}"/>
              </a:ext>
            </a:extLst>
          </p:cNvPr>
          <p:cNvSpPr/>
          <p:nvPr/>
        </p:nvSpPr>
        <p:spPr>
          <a:xfrm rot="11203824">
            <a:off x="4972307" y="3064475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E25A789A-36CE-8683-2686-CE09D19ABC41}"/>
              </a:ext>
            </a:extLst>
          </p:cNvPr>
          <p:cNvSpPr/>
          <p:nvPr/>
        </p:nvSpPr>
        <p:spPr>
          <a:xfrm rot="11203824" flipH="1">
            <a:off x="8120127" y="3427742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48B6D3E-1850-B7C8-ED94-21AD539FAD5A}"/>
              </a:ext>
            </a:extLst>
          </p:cNvPr>
          <p:cNvSpPr/>
          <p:nvPr/>
        </p:nvSpPr>
        <p:spPr>
          <a:xfrm rot="403824" flipH="1">
            <a:off x="5113870" y="1888867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2815BF-3DC9-143E-6D7B-EB4CE9BE698A}"/>
              </a:ext>
            </a:extLst>
          </p:cNvPr>
          <p:cNvCxnSpPr>
            <a:cxnSpLocks/>
            <a:stCxn id="5" idx="0"/>
          </p:cNvCxnSpPr>
          <p:nvPr/>
        </p:nvCxnSpPr>
        <p:spPr>
          <a:xfrm flipH="1">
            <a:off x="1829350" y="2071130"/>
            <a:ext cx="649703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DFDE2B-3C00-E20F-3869-24FEE66D243C}"/>
              </a:ext>
            </a:extLst>
          </p:cNvPr>
          <p:cNvCxnSpPr>
            <a:stCxn id="8" idx="0"/>
          </p:cNvCxnSpPr>
          <p:nvPr/>
        </p:nvCxnSpPr>
        <p:spPr>
          <a:xfrm flipV="1">
            <a:off x="8330017" y="2071130"/>
            <a:ext cx="3548716" cy="685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37767D-CBFF-D7A3-3331-012651F4F8F4}"/>
              </a:ext>
            </a:extLst>
          </p:cNvPr>
          <p:cNvCxnSpPr>
            <a:stCxn id="8" idx="4"/>
          </p:cNvCxnSpPr>
          <p:nvPr/>
        </p:nvCxnSpPr>
        <p:spPr>
          <a:xfrm flipH="1" flipV="1">
            <a:off x="1270000" y="2319867"/>
            <a:ext cx="3785789" cy="5567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8157A1-A58F-2284-5867-0426A7672DC1}"/>
              </a:ext>
            </a:extLst>
          </p:cNvPr>
          <p:cNvCxnSpPr>
            <a:cxnSpLocks/>
          </p:cNvCxnSpPr>
          <p:nvPr/>
        </p:nvCxnSpPr>
        <p:spPr>
          <a:xfrm>
            <a:off x="1329267" y="2883471"/>
            <a:ext cx="33104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50F178-DE78-08BF-011E-4CAE6623381D}"/>
                  </a:ext>
                </a:extLst>
              </p:cNvPr>
              <p:cNvSpPr txBox="1"/>
              <p:nvPr/>
            </p:nvSpPr>
            <p:spPr>
              <a:xfrm>
                <a:off x="6236042" y="2010833"/>
                <a:ext cx="134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50F178-DE78-08BF-011E-4CAE66233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042" y="2010833"/>
                <a:ext cx="13462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333D74-BD53-2738-748E-9C61DDB64FA6}"/>
                  </a:ext>
                </a:extLst>
              </p:cNvPr>
              <p:cNvSpPr txBox="1"/>
              <p:nvPr/>
            </p:nvSpPr>
            <p:spPr>
              <a:xfrm>
                <a:off x="8546514" y="2065065"/>
                <a:ext cx="134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333D74-BD53-2738-748E-9C61DDB64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514" y="2065065"/>
                <a:ext cx="1346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D28731-EAF0-0B0C-A913-F116C2D325C7}"/>
                  </a:ext>
                </a:extLst>
              </p:cNvPr>
              <p:cNvSpPr txBox="1"/>
              <p:nvPr/>
            </p:nvSpPr>
            <p:spPr>
              <a:xfrm>
                <a:off x="5205140" y="2639657"/>
                <a:ext cx="134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D28731-EAF0-0B0C-A913-F116C2D32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0" y="2639657"/>
                <a:ext cx="1346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D64FD7D-5959-7DCA-E774-40C755FE3B68}"/>
                  </a:ext>
                </a:extLst>
              </p:cNvPr>
              <p:cNvSpPr txBox="1"/>
              <p:nvPr/>
            </p:nvSpPr>
            <p:spPr>
              <a:xfrm>
                <a:off x="2745574" y="2546298"/>
                <a:ext cx="134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D64FD7D-5959-7DCA-E774-40C755FE3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574" y="2546298"/>
                <a:ext cx="1346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79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D8C6-E6E8-DDF0-9832-ADB4D3CE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DF33AB8A-D9FB-D964-6380-94A860EBD62B}"/>
              </a:ext>
            </a:extLst>
          </p:cNvPr>
          <p:cNvSpPr/>
          <p:nvPr/>
        </p:nvSpPr>
        <p:spPr>
          <a:xfrm rot="403824">
            <a:off x="8246536" y="2252134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BADE92C5-81AA-B8B9-90EC-556D245BBF0E}"/>
              </a:ext>
            </a:extLst>
          </p:cNvPr>
          <p:cNvSpPr/>
          <p:nvPr/>
        </p:nvSpPr>
        <p:spPr>
          <a:xfrm rot="11203824">
            <a:off x="4972307" y="3064475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17FBC0D5-8D4D-2882-CEEE-28CCF8962237}"/>
              </a:ext>
            </a:extLst>
          </p:cNvPr>
          <p:cNvSpPr/>
          <p:nvPr/>
        </p:nvSpPr>
        <p:spPr>
          <a:xfrm rot="11203824" flipH="1">
            <a:off x="8120127" y="3427742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29F6BC0-BFA8-589F-3503-D37D41ACBB5F}"/>
              </a:ext>
            </a:extLst>
          </p:cNvPr>
          <p:cNvSpPr/>
          <p:nvPr/>
        </p:nvSpPr>
        <p:spPr>
          <a:xfrm rot="403824" flipH="1">
            <a:off x="5113870" y="1888867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D165DD-2001-C411-35C2-673A28ED2BB0}"/>
              </a:ext>
            </a:extLst>
          </p:cNvPr>
          <p:cNvCxnSpPr/>
          <p:nvPr/>
        </p:nvCxnSpPr>
        <p:spPr>
          <a:xfrm flipV="1">
            <a:off x="4914225" y="1707863"/>
            <a:ext cx="3147820" cy="7559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4BA242-B137-CBA6-CACD-F556E7042863}"/>
              </a:ext>
            </a:extLst>
          </p:cNvPr>
          <p:cNvCxnSpPr>
            <a:cxnSpLocks/>
          </p:cNvCxnSpPr>
          <p:nvPr/>
        </p:nvCxnSpPr>
        <p:spPr>
          <a:xfrm flipH="1" flipV="1">
            <a:off x="8558618" y="1763887"/>
            <a:ext cx="2932602" cy="1549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3A881-3180-EBBF-051E-80D4BE6D63E0}"/>
              </a:ext>
            </a:extLst>
          </p:cNvPr>
          <p:cNvCxnSpPr>
            <a:cxnSpLocks/>
          </p:cNvCxnSpPr>
          <p:nvPr/>
        </p:nvCxnSpPr>
        <p:spPr>
          <a:xfrm flipV="1">
            <a:off x="8179395" y="4029676"/>
            <a:ext cx="3280744" cy="7839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A440B3-3E9B-AF58-C3DB-4C7CCD5192F9}"/>
              </a:ext>
            </a:extLst>
          </p:cNvPr>
          <p:cNvCxnSpPr>
            <a:cxnSpLocks/>
          </p:cNvCxnSpPr>
          <p:nvPr/>
        </p:nvCxnSpPr>
        <p:spPr>
          <a:xfrm>
            <a:off x="4855724" y="3209098"/>
            <a:ext cx="2864694" cy="1526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0EB359-3EEF-ED16-4566-6EFF0F3B15EE}"/>
              </a:ext>
            </a:extLst>
          </p:cNvPr>
          <p:cNvCxnSpPr>
            <a:endCxn id="8" idx="4"/>
          </p:cNvCxnSpPr>
          <p:nvPr/>
        </p:nvCxnSpPr>
        <p:spPr>
          <a:xfrm>
            <a:off x="4929379" y="2463800"/>
            <a:ext cx="126408" cy="344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92E2D0-7180-1E8B-E8A1-0AE0D254CB68}"/>
              </a:ext>
            </a:extLst>
          </p:cNvPr>
          <p:cNvCxnSpPr/>
          <p:nvPr/>
        </p:nvCxnSpPr>
        <p:spPr>
          <a:xfrm>
            <a:off x="5869179" y="2224918"/>
            <a:ext cx="126408" cy="344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698F9A-A7E6-B745-BFFE-AAF0B9516EF3}"/>
              </a:ext>
            </a:extLst>
          </p:cNvPr>
          <p:cNvCxnSpPr/>
          <p:nvPr/>
        </p:nvCxnSpPr>
        <p:spPr>
          <a:xfrm>
            <a:off x="7088379" y="1943301"/>
            <a:ext cx="126408" cy="344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F85B31-3688-FB1A-3F6A-2593FA98C0A9}"/>
              </a:ext>
            </a:extLst>
          </p:cNvPr>
          <p:cNvCxnSpPr/>
          <p:nvPr/>
        </p:nvCxnSpPr>
        <p:spPr>
          <a:xfrm>
            <a:off x="8052987" y="1707863"/>
            <a:ext cx="126408" cy="344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B370CB-A7B0-CFD8-F926-527E19197B95}"/>
              </a:ext>
            </a:extLst>
          </p:cNvPr>
          <p:cNvCxnSpPr>
            <a:cxnSpLocks/>
          </p:cNvCxnSpPr>
          <p:nvPr/>
        </p:nvCxnSpPr>
        <p:spPr>
          <a:xfrm flipV="1">
            <a:off x="4877205" y="2921342"/>
            <a:ext cx="215604" cy="28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E178D9-FD8A-9FF4-B7B1-0954AED47246}"/>
              </a:ext>
            </a:extLst>
          </p:cNvPr>
          <p:cNvCxnSpPr>
            <a:cxnSpLocks/>
          </p:cNvCxnSpPr>
          <p:nvPr/>
        </p:nvCxnSpPr>
        <p:spPr>
          <a:xfrm flipV="1">
            <a:off x="5512989" y="3261754"/>
            <a:ext cx="215604" cy="28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7FD3E9-AD1F-4033-0F5A-1212AB66A734}"/>
              </a:ext>
            </a:extLst>
          </p:cNvPr>
          <p:cNvCxnSpPr>
            <a:cxnSpLocks/>
          </p:cNvCxnSpPr>
          <p:nvPr/>
        </p:nvCxnSpPr>
        <p:spPr>
          <a:xfrm flipV="1">
            <a:off x="6585101" y="3791808"/>
            <a:ext cx="215604" cy="28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00C281-0E9C-F332-37AC-15933D46A274}"/>
              </a:ext>
            </a:extLst>
          </p:cNvPr>
          <p:cNvCxnSpPr>
            <a:cxnSpLocks/>
          </p:cNvCxnSpPr>
          <p:nvPr/>
        </p:nvCxnSpPr>
        <p:spPr>
          <a:xfrm flipV="1">
            <a:off x="7722577" y="4418239"/>
            <a:ext cx="215604" cy="28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C463A9-1FD8-7B7D-2D59-A378981A8EB4}"/>
              </a:ext>
            </a:extLst>
          </p:cNvPr>
          <p:cNvCxnSpPr>
            <a:cxnSpLocks/>
            <a:endCxn id="7" idx="0"/>
          </p:cNvCxnSpPr>
          <p:nvPr/>
        </p:nvCxnSpPr>
        <p:spPr>
          <a:xfrm flipH="1" flipV="1">
            <a:off x="8062046" y="4415495"/>
            <a:ext cx="126408" cy="3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8A45A4-484E-7386-0747-64A93DDDA2BF}"/>
              </a:ext>
            </a:extLst>
          </p:cNvPr>
          <p:cNvCxnSpPr>
            <a:cxnSpLocks/>
          </p:cNvCxnSpPr>
          <p:nvPr/>
        </p:nvCxnSpPr>
        <p:spPr>
          <a:xfrm flipH="1" flipV="1">
            <a:off x="8942580" y="4195819"/>
            <a:ext cx="126408" cy="3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14AB5F-DEEE-DBBD-803C-381837D340CD}"/>
              </a:ext>
            </a:extLst>
          </p:cNvPr>
          <p:cNvCxnSpPr>
            <a:cxnSpLocks/>
          </p:cNvCxnSpPr>
          <p:nvPr/>
        </p:nvCxnSpPr>
        <p:spPr>
          <a:xfrm flipH="1" flipV="1">
            <a:off x="10139427" y="3892356"/>
            <a:ext cx="126408" cy="3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AEF0D6-1649-B894-EA66-3F8D9D09C7D9}"/>
              </a:ext>
            </a:extLst>
          </p:cNvPr>
          <p:cNvCxnSpPr>
            <a:cxnSpLocks/>
          </p:cNvCxnSpPr>
          <p:nvPr/>
        </p:nvCxnSpPr>
        <p:spPr>
          <a:xfrm flipH="1" flipV="1">
            <a:off x="11333731" y="3620530"/>
            <a:ext cx="126408" cy="3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387CDC-B234-9FD2-5FA9-31F3D20D38A5}"/>
              </a:ext>
            </a:extLst>
          </p:cNvPr>
          <p:cNvCxnSpPr>
            <a:cxnSpLocks/>
          </p:cNvCxnSpPr>
          <p:nvPr/>
        </p:nvCxnSpPr>
        <p:spPr>
          <a:xfrm flipH="1">
            <a:off x="8451896" y="1788779"/>
            <a:ext cx="106721" cy="297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0DF9820-CBAF-0496-EA46-9B04324697F0}"/>
              </a:ext>
            </a:extLst>
          </p:cNvPr>
          <p:cNvCxnSpPr>
            <a:cxnSpLocks/>
          </p:cNvCxnSpPr>
          <p:nvPr/>
        </p:nvCxnSpPr>
        <p:spPr>
          <a:xfrm flipH="1">
            <a:off x="9244417" y="2160594"/>
            <a:ext cx="106721" cy="297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406250-B6CE-FAC2-2EF9-7B0B8B6CDB0E}"/>
              </a:ext>
            </a:extLst>
          </p:cNvPr>
          <p:cNvCxnSpPr>
            <a:cxnSpLocks/>
          </p:cNvCxnSpPr>
          <p:nvPr/>
        </p:nvCxnSpPr>
        <p:spPr>
          <a:xfrm flipH="1">
            <a:off x="10212474" y="2703666"/>
            <a:ext cx="106721" cy="297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2634C8-EFE8-CD97-AE79-D5E6617443F1}"/>
              </a:ext>
            </a:extLst>
          </p:cNvPr>
          <p:cNvCxnSpPr>
            <a:cxnSpLocks/>
          </p:cNvCxnSpPr>
          <p:nvPr/>
        </p:nvCxnSpPr>
        <p:spPr>
          <a:xfrm flipH="1">
            <a:off x="11370231" y="3280474"/>
            <a:ext cx="106721" cy="297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BD580FA-0533-1EEE-5168-6C1F64ACE833}"/>
                  </a:ext>
                </a:extLst>
              </p:cNvPr>
              <p:cNvSpPr txBox="1"/>
              <p:nvPr/>
            </p:nvSpPr>
            <p:spPr>
              <a:xfrm>
                <a:off x="6090962" y="1692847"/>
                <a:ext cx="451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BD580FA-0533-1EEE-5168-6C1F64ACE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2" y="1692847"/>
                <a:ext cx="45102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9F1302-D872-331F-F8F6-09EDB6E32F18}"/>
                  </a:ext>
                </a:extLst>
              </p:cNvPr>
              <p:cNvSpPr txBox="1"/>
              <p:nvPr/>
            </p:nvSpPr>
            <p:spPr>
              <a:xfrm>
                <a:off x="9913916" y="4426172"/>
                <a:ext cx="446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9F1302-D872-331F-F8F6-09EDB6E32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916" y="4426172"/>
                <a:ext cx="4464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2BBA41F-F01F-9CE7-B875-705AA20E488C}"/>
                  </a:ext>
                </a:extLst>
              </p:cNvPr>
              <p:cNvSpPr txBox="1"/>
              <p:nvPr/>
            </p:nvSpPr>
            <p:spPr>
              <a:xfrm>
                <a:off x="10093684" y="2152701"/>
                <a:ext cx="456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2BBA41F-F01F-9CE7-B875-705AA20E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84" y="2152701"/>
                <a:ext cx="4563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5E81FD-B22C-3FDF-4ADD-1AFC861FD1F4}"/>
                  </a:ext>
                </a:extLst>
              </p:cNvPr>
              <p:cNvSpPr txBox="1"/>
              <p:nvPr/>
            </p:nvSpPr>
            <p:spPr>
              <a:xfrm>
                <a:off x="5940176" y="4099167"/>
                <a:ext cx="456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5E81FD-B22C-3FDF-4ADD-1AFC861F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76" y="4099167"/>
                <a:ext cx="4563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79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DC94-D295-DCC0-4C68-4A7C428C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65BC3F11-59E8-FB4A-78FA-59B26A3ED5D0}"/>
              </a:ext>
            </a:extLst>
          </p:cNvPr>
          <p:cNvSpPr/>
          <p:nvPr/>
        </p:nvSpPr>
        <p:spPr>
          <a:xfrm rot="403824">
            <a:off x="6138333" y="2819401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E6A7804-CEF8-D8D7-18B7-A4BFC3C841F1}"/>
              </a:ext>
            </a:extLst>
          </p:cNvPr>
          <p:cNvSpPr/>
          <p:nvPr/>
        </p:nvSpPr>
        <p:spPr>
          <a:xfrm rot="11203824">
            <a:off x="2864104" y="3631742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B2ADBC9-BD2C-F4A2-98F4-8E89D9893645}"/>
              </a:ext>
            </a:extLst>
          </p:cNvPr>
          <p:cNvSpPr/>
          <p:nvPr/>
        </p:nvSpPr>
        <p:spPr>
          <a:xfrm rot="11203824" flipH="1">
            <a:off x="6011924" y="3995009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BC7CD27-C483-5C40-11A1-B57D41430E5F}"/>
              </a:ext>
            </a:extLst>
          </p:cNvPr>
          <p:cNvSpPr/>
          <p:nvPr/>
        </p:nvSpPr>
        <p:spPr>
          <a:xfrm rot="403824" flipH="1">
            <a:off x="3005667" y="2456134"/>
            <a:ext cx="3158066" cy="1176867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E467F2-D89D-57E2-9B3C-6ED65C8600ED}"/>
              </a:ext>
            </a:extLst>
          </p:cNvPr>
          <p:cNvCxnSpPr>
            <a:stCxn id="8" idx="2"/>
          </p:cNvCxnSpPr>
          <p:nvPr/>
        </p:nvCxnSpPr>
        <p:spPr>
          <a:xfrm flipH="1" flipV="1">
            <a:off x="6080251" y="1227667"/>
            <a:ext cx="3637" cy="2586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311151-1065-A5A2-9377-B995CF91773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83888" y="3814005"/>
            <a:ext cx="37289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349530-3AE4-A328-F211-4384EB595345}"/>
              </a:ext>
            </a:extLst>
          </p:cNvPr>
          <p:cNvCxnSpPr>
            <a:stCxn id="8" idx="2"/>
          </p:cNvCxnSpPr>
          <p:nvPr/>
        </p:nvCxnSpPr>
        <p:spPr>
          <a:xfrm flipV="1">
            <a:off x="6083888" y="1227667"/>
            <a:ext cx="325376" cy="2586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82AAA1-7BE1-ABFE-23F2-4389FA017145}"/>
              </a:ext>
            </a:extLst>
          </p:cNvPr>
          <p:cNvCxnSpPr>
            <a:stCxn id="8" idx="2"/>
          </p:cNvCxnSpPr>
          <p:nvPr/>
        </p:nvCxnSpPr>
        <p:spPr>
          <a:xfrm>
            <a:off x="6083888" y="3814005"/>
            <a:ext cx="3728976" cy="444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3F5B4D-C28F-D91B-BC00-0413974F71C3}"/>
              </a:ext>
            </a:extLst>
          </p:cNvPr>
          <p:cNvSpPr txBox="1"/>
          <p:nvPr/>
        </p:nvSpPr>
        <p:spPr>
          <a:xfrm>
            <a:off x="5858203" y="914856"/>
            <a:ext cx="44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B7193-350B-7448-5EC9-3C471FA17BEE}"/>
              </a:ext>
            </a:extLst>
          </p:cNvPr>
          <p:cNvSpPr txBox="1"/>
          <p:nvPr/>
        </p:nvSpPr>
        <p:spPr>
          <a:xfrm>
            <a:off x="9770329" y="3629338"/>
            <a:ext cx="620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C4F4E5-A628-BC75-9A81-FBF290D944A3}"/>
                  </a:ext>
                </a:extLst>
              </p:cNvPr>
              <p:cNvSpPr txBox="1"/>
              <p:nvPr/>
            </p:nvSpPr>
            <p:spPr>
              <a:xfrm>
                <a:off x="5582582" y="1885325"/>
                <a:ext cx="1227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C4F4E5-A628-BC75-9A81-FBF290D9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582" y="1885325"/>
                <a:ext cx="122766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D8060D-6C46-AEF5-C647-6E4E6268356E}"/>
                  </a:ext>
                </a:extLst>
              </p:cNvPr>
              <p:cNvSpPr txBox="1"/>
              <p:nvPr/>
            </p:nvSpPr>
            <p:spPr>
              <a:xfrm>
                <a:off x="7204835" y="3704737"/>
                <a:ext cx="1227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D8060D-6C46-AEF5-C647-6E4E62683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835" y="3704737"/>
                <a:ext cx="12276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49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19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Valenzano</dc:creator>
  <cp:lastModifiedBy>David Valenzano</cp:lastModifiedBy>
  <cp:revision>1</cp:revision>
  <dcterms:created xsi:type="dcterms:W3CDTF">2024-11-16T19:16:48Z</dcterms:created>
  <dcterms:modified xsi:type="dcterms:W3CDTF">2024-11-16T21:06:12Z</dcterms:modified>
</cp:coreProperties>
</file>